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12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FLV Token Gateway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短效 Token 鑑權拉流 POC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21792" y="177850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POC PASS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48840" y="169164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221992" y="177850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pytest 8/8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749040" y="169164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22192" y="17785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VLC 內網播放成功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2423160"/>
            <a:ext cx="3017520" cy="1325880"/>
          </a:xfrm>
          <a:prstGeom prst="roundRect">
            <a:avLst>
              <a:gd name="adj" fmla="val 2759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58952" y="256946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" y="2953512"/>
            <a:ext cx="26883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在不改 SRS / FLV Source 的前提下，於 Client 與內網 FLV 之間加一層短效 Token Gateway。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86200" y="2423160"/>
            <a:ext cx="3017520" cy="1325880"/>
          </a:xfrm>
          <a:prstGeom prst="roundRect">
            <a:avLst>
              <a:gd name="adj" fmla="val 2759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050792" y="256946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50792" y="2953512"/>
            <a:ext cx="26883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綁定 stream path 與 expiry；VLC 透過 Gateway URL + token 成功拉流。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78040" y="2423160"/>
            <a:ext cx="3017520" cy="1325880"/>
          </a:xfrm>
          <a:prstGeom prst="roundRect">
            <a:avLst>
              <a:gd name="adj" fmla="val 2759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342632" y="256946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42632" y="2953512"/>
            <a:ext cx="26883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altLang="zh-TW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 Code(</a:t>
            </a:r>
            <a:r>
              <a:rPr lang="zh-TW" alt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已推至</a:t>
            </a:r>
            <a:r>
              <a:rPr lang="en-US" altLang="zh-TW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GitLab)</a:t>
            </a: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、8 項自動測試通過、內網設定與播放證據已補齊。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/>
          <p:nvPr/>
        </p:nvSpPr>
        <p:spPr>
          <a:xfrm>
            <a:off x="320040" y="658368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FLV Token Gateway POC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069848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2026-08-31</a:t>
            </a:r>
            <a:endParaRPr lang="en-US" sz="650" dirty="0"/>
          </a:p>
        </p:txBody>
      </p:sp>
      <p:pic>
        <p:nvPicPr>
          <p:cNvPr id="24" name="Picture 23" descr="flv_vlc_unredacte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502920"/>
            <a:ext cx="48006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POC 範圍與設計重點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本版本只驗證短效 token-gated HTTP-FLV pull stream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58952" y="138074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" y="1764792"/>
            <a:ext cx="30540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直接暴露 FLV URL 後，URL 可被複製與重複使用，缺乏最基本的時效與路徑限制。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99432" y="138074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99432" y="1764792"/>
            <a:ext cx="30540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 先向 Gateway 申請 token；token 使用 HMAC 簽章，綁定 exact stream path、expiry 與 nonce。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75320" y="1234440"/>
            <a:ext cx="3246120" cy="1463040"/>
          </a:xfrm>
          <a:prstGeom prst="roundRect">
            <a:avLst>
              <a:gd name="adj" fmla="val 2500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439912" y="13807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39912" y="1764792"/>
            <a:ext cx="291693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有效時回傳 FLV stream；缺 token、過期、竄改、path 不符時拒絕。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3246120"/>
            <a:ext cx="5120640" cy="1417320"/>
          </a:xfrm>
          <a:prstGeom prst="roundRect">
            <a:avLst>
              <a:gd name="adj" fmla="val 2581"/>
            </a:avLst>
          </a:prstGeom>
          <a:solidFill>
            <a:srgbClr val="121A2E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4" name="Text 12"/>
          <p:cNvSpPr/>
          <p:nvPr/>
        </p:nvSpPr>
        <p:spPr>
          <a:xfrm>
            <a:off x="758952" y="339242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bg1"/>
                </a:solidFill>
              </a:rPr>
              <a:t>交付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8952" y="3776472"/>
            <a:ext cx="479145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code 可交 POC；Token API Key、rate limit、one-time token、allowlist、audit log 放到後續 production hardening。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5303520" cy="1417320"/>
          </a:xfrm>
          <a:prstGeom prst="roundRect">
            <a:avLst>
              <a:gd name="adj" fmla="val 2581"/>
            </a:avLst>
          </a:prstGeom>
          <a:solidFill>
            <a:srgbClr val="121A2E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382512" y="339242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 重點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3776472"/>
            <a:ext cx="49743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先看流程是否合理，再看 token_service.py 的簽章與驗證，最後看 tests 是否覆蓋主要安全行為。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20040" y="658368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FLV Token Gateway POC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69848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2026-08-31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實際內網驗證路徑：VLC 只連 Gateway；Gateway 再向內網 SRS 取 FLV。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286000" cy="1188720"/>
          </a:xfrm>
          <a:prstGeom prst="roundRect">
            <a:avLst>
              <a:gd name="adj" fmla="val 3077"/>
            </a:avLst>
          </a:prstGeom>
          <a:solidFill>
            <a:srgbClr val="121A2E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13232" y="14721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 / VLC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856232"/>
            <a:ext cx="19568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 /gishtest/gish.flv?token=...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00600" y="1143000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965192" y="128930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FLV Token Gateway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5192" y="1673352"/>
            <a:ext cx="22311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127.0.0.1:18088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token 後串流 proxy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0" y="1325880"/>
            <a:ext cx="2286000" cy="1188720"/>
          </a:xfrm>
          <a:prstGeom prst="roundRect">
            <a:avLst>
              <a:gd name="adj" fmla="val 3077"/>
            </a:avLst>
          </a:prstGeom>
          <a:solidFill>
            <a:srgbClr val="121A2E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308592" y="14721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SRS / FLV 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08592" y="1856232"/>
            <a:ext cx="19568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https://10.2.192.8:8088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/gishtest/gish.flv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17520" y="1920240"/>
            <a:ext cx="16459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 flipH="1">
            <a:off x="7525512" y="1901953"/>
            <a:ext cx="1499616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 flipH="1" flipV="1">
            <a:off x="2971800" y="2330359"/>
            <a:ext cx="1691640" cy="1361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063240" y="15910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Tokenized HTTP-FLV request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543800" y="15910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 upstream FLV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063240" y="25420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Streaming response</a:t>
            </a:r>
            <a:endParaRPr lang="en-US" sz="700" dirty="0"/>
          </a:p>
        </p:txBody>
      </p:sp>
      <p:pic>
        <p:nvPicPr>
          <p:cNvPr id="20" name="Image 0" descr="/mnt/data/flv_assets/env_red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83088"/>
            <a:ext cx="5074920" cy="152062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263640" y="3291840"/>
            <a:ext cx="5257800" cy="2103120"/>
          </a:xfrm>
          <a:prstGeom prst="roundRect">
            <a:avLst>
              <a:gd name="adj" fmla="val 1739"/>
            </a:avLst>
          </a:prstGeom>
          <a:solidFill>
            <a:srgbClr val="121A2E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/>
          <p:nvPr/>
        </p:nvSpPr>
        <p:spPr>
          <a:xfrm>
            <a:off x="6428232" y="3438144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設定重點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28232" y="3822192"/>
            <a:ext cx="492861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PUBLIC_BASE_URL=http://127.0.0.1:18088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UPSTREAM_BASE_URL=https://10.2.192.8:8088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TOKEN_TTL_SECONDS=300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UPSTREAM_VERIFY_TLS=false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TOKEN_SECRET 已於正式文件遮蔽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2"/>
          <p:cNvSpPr/>
          <p:nvPr/>
        </p:nvSpPr>
        <p:spPr>
          <a:xfrm>
            <a:off x="320040" y="658368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FLV Token Gateway POC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1069848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2026-08-31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UML Sequence：Token 與拉流流程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發行、驗證、proxy stream 三段流程分開看。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1965960" cy="594360"/>
          </a:xfrm>
          <a:prstGeom prst="roundRect">
            <a:avLst>
              <a:gd name="adj" fmla="val 6154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41832" y="124358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 / VLC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832" y="1627632"/>
            <a:ext cx="1636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60220" y="1719072"/>
            <a:ext cx="0" cy="41605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657600" y="1097280"/>
            <a:ext cx="1965960" cy="594360"/>
          </a:xfrm>
          <a:prstGeom prst="roundRect">
            <a:avLst>
              <a:gd name="adj" fmla="val 6154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822192" y="124358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Gateway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22192" y="1627632"/>
            <a:ext cx="1636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40580" y="1719072"/>
            <a:ext cx="0" cy="41605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537960" y="1097280"/>
            <a:ext cx="1965960" cy="594360"/>
          </a:xfrm>
          <a:prstGeom prst="roundRect">
            <a:avLst>
              <a:gd name="adj" fmla="val 6154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702552" y="124358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02552" y="1627632"/>
            <a:ext cx="1636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20940" y="1719072"/>
            <a:ext cx="0" cy="41605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9418320" y="1097280"/>
            <a:ext cx="1965960" cy="594360"/>
          </a:xfrm>
          <a:prstGeom prst="roundRect">
            <a:avLst>
              <a:gd name="adj" fmla="val 6154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582912" y="124358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SRS / FLV Source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82912" y="1627632"/>
            <a:ext cx="163677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401300" y="1719072"/>
            <a:ext cx="0" cy="41605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731520" y="5833872"/>
            <a:ext cx="10789920" cy="438912"/>
          </a:xfrm>
          <a:prstGeom prst="roundRect">
            <a:avLst>
              <a:gd name="adj" fmla="val 8333"/>
            </a:avLst>
          </a:prstGeom>
          <a:solidFill>
            <a:srgbClr val="121A2E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914400" y="5961888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拒絕行為：缺 token → 401；過期 / 竄改 / path 不符 → 403；通過後直接串流 response，不先整支檔案載入記憶體。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320040" y="658368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FLV Token Gateway POC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069848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2026-08-31</a:t>
            </a:r>
            <a:endParaRPr lang="en-US" sz="650" dirty="0"/>
          </a:p>
        </p:txBody>
      </p:sp>
      <p:sp>
        <p:nvSpPr>
          <p:cNvPr id="39" name="TextBox 38"/>
          <p:cNvSpPr txBox="1"/>
          <p:nvPr/>
        </p:nvSpPr>
        <p:spPr>
          <a:xfrm>
            <a:off x="2148840" y="1856231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8FF"/>
                </a:solidFill>
                <a:latin typeface="Microsoft YaHei"/>
              </a:rPr>
              <a:t>1. POST /api/v1/tokens
{stream_path}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847087" y="2176271"/>
            <a:ext cx="2770631" cy="91439"/>
          </a:xfrm>
          <a:prstGeom prst="rightArrow">
            <a:avLst/>
          </a:prstGeom>
          <a:solidFill>
            <a:srgbClr val="F7AA05"/>
          </a:solidFill>
          <a:ln>
            <a:solidFill>
              <a:srgbClr val="F7A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92040" y="240487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8FF"/>
                </a:solidFill>
                <a:latin typeface="Microsoft YaHei"/>
              </a:rPr>
              <a:t>2. issue HMAC token
path + exp + nonce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828033" y="2724912"/>
            <a:ext cx="2609087" cy="100584"/>
          </a:xfrm>
          <a:prstGeom prst="rightArrow">
            <a:avLst/>
          </a:prstGeom>
          <a:solidFill>
            <a:srgbClr val="1FBFE6"/>
          </a:solidFill>
          <a:ln>
            <a:solidFill>
              <a:srgbClr val="1FB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83480" y="3044952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8FF"/>
                </a:solidFill>
                <a:latin typeface="Microsoft YaHei"/>
              </a:rPr>
              <a:t>3. token + stream_url</a:t>
            </a:r>
          </a:p>
        </p:txBody>
      </p:sp>
      <p:sp>
        <p:nvSpPr>
          <p:cNvPr id="44" name="Left Arrow 43"/>
          <p:cNvSpPr/>
          <p:nvPr/>
        </p:nvSpPr>
        <p:spPr>
          <a:xfrm>
            <a:off x="1790699" y="3246120"/>
            <a:ext cx="5646421" cy="100584"/>
          </a:xfrm>
          <a:prstGeom prst="leftArrow">
            <a:avLst/>
          </a:prstGeom>
          <a:solidFill>
            <a:srgbClr val="21C879"/>
          </a:solidFill>
          <a:ln>
            <a:solidFill>
              <a:srgbClr val="21C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267712" y="3730752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8FF"/>
                </a:solidFill>
                <a:latin typeface="Microsoft YaHei"/>
              </a:rPr>
              <a:t>4. GET FLV + token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790699" y="3959352"/>
            <a:ext cx="2827019" cy="82296"/>
          </a:xfrm>
          <a:prstGeom prst="rightArrow">
            <a:avLst/>
          </a:prstGeom>
          <a:solidFill>
            <a:srgbClr val="F7AA05"/>
          </a:solidFill>
          <a:ln>
            <a:solidFill>
              <a:srgbClr val="F7A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92040" y="4279392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8FF"/>
                </a:solidFill>
                <a:latin typeface="Microsoft YaHei"/>
              </a:rPr>
              <a:t>5. verify signature / expiry / path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800600" y="4498850"/>
            <a:ext cx="2636518" cy="73152"/>
          </a:xfrm>
          <a:prstGeom prst="rightArrow">
            <a:avLst/>
          </a:prstGeom>
          <a:solidFill>
            <a:srgbClr val="1FBFE6"/>
          </a:solidFill>
          <a:ln>
            <a:solidFill>
              <a:srgbClr val="1FB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29600" y="479145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8FF"/>
                </a:solidFill>
                <a:latin typeface="Microsoft YaHei"/>
              </a:rPr>
              <a:t>6. GET upstream FLV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604760" y="5010912"/>
            <a:ext cx="2697477" cy="109728"/>
          </a:xfrm>
          <a:prstGeom prst="rightArrow">
            <a:avLst/>
          </a:prstGeom>
          <a:solidFill>
            <a:srgbClr val="1FBFE6"/>
          </a:solidFill>
          <a:ln>
            <a:solidFill>
              <a:srgbClr val="1FB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0" y="5268686"/>
            <a:ext cx="1909411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21C879"/>
                </a:solidFill>
                <a:latin typeface="Microsoft YaHei"/>
              </a:rPr>
              <a:t>7. upstream FLV stream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7572678" y="5477256"/>
            <a:ext cx="2697477" cy="73152"/>
          </a:xfrm>
          <a:prstGeom prst="leftArrow">
            <a:avLst/>
          </a:prstGeom>
          <a:solidFill>
            <a:srgbClr val="21C879"/>
          </a:solidFill>
          <a:ln>
            <a:solidFill>
              <a:srgbClr val="21C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40280" y="5285232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21C879"/>
                </a:solidFill>
                <a:latin typeface="Microsoft YaHei"/>
              </a:rPr>
              <a:t>8. proxy stream back to VLC</a:t>
            </a:r>
          </a:p>
        </p:txBody>
      </p:sp>
      <p:sp>
        <p:nvSpPr>
          <p:cNvPr id="54" name="Left Arrow 53"/>
          <p:cNvSpPr/>
          <p:nvPr/>
        </p:nvSpPr>
        <p:spPr>
          <a:xfrm>
            <a:off x="1847086" y="5458968"/>
            <a:ext cx="5590031" cy="100584"/>
          </a:xfrm>
          <a:prstGeom prst="leftArrow">
            <a:avLst/>
          </a:prstGeom>
          <a:solidFill>
            <a:srgbClr val="21C879"/>
          </a:solidFill>
          <a:ln>
            <a:solidFill>
              <a:srgbClr val="21C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與 Token 行為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response 直接回傳可播放的 stream_url，VLC 可直接使用。</a:t>
            </a:r>
            <a:endParaRPr lang="en-US" sz="950" dirty="0"/>
          </a:p>
        </p:txBody>
      </p:sp>
      <p:pic>
        <p:nvPicPr>
          <p:cNvPr id="4" name="Image 0" descr="/mnt/data/flv_assets/token_response_red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971"/>
            <a:ext cx="5394960" cy="169033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188720"/>
            <a:ext cx="5166360" cy="2148840"/>
          </a:xfrm>
          <a:prstGeom prst="roundRect">
            <a:avLst>
              <a:gd name="adj" fmla="val 1702"/>
            </a:avLst>
          </a:prstGeom>
          <a:solidFill>
            <a:srgbClr val="121A2E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6565392" y="133502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 /api/v1/tokens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65392" y="1719072"/>
            <a:ext cx="483717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Request body: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"stream_path": "/gishtest/gish.flv"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Response: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 token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 expires_in = 300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 expires_at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 stream_url = Gateway URL + token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94360" y="3886200"/>
            <a:ext cx="3429000" cy="1188720"/>
          </a:xfrm>
          <a:prstGeom prst="roundRect">
            <a:avLst>
              <a:gd name="adj" fmla="val 3077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758952" y="40325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綁定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4416552"/>
            <a:ext cx="30998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exact stream path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expiry timestamp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HMAC-SHA256 signature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434840" y="3886200"/>
            <a:ext cx="3429000" cy="1188720"/>
          </a:xfrm>
          <a:prstGeom prst="roundRect">
            <a:avLst>
              <a:gd name="adj" fmla="val 3077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4599432" y="40325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驗證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99432" y="4416552"/>
            <a:ext cx="30998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signature 是否有效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是否過期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request path 是否相同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275320" y="3886200"/>
            <a:ext cx="3246120" cy="1188720"/>
          </a:xfrm>
          <a:prstGeom prst="roundRect">
            <a:avLst>
              <a:gd name="adj" fmla="val 3077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8439912" y="403250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通過後串流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439912" y="4416552"/>
            <a:ext cx="291693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httpx 向 upstream 拉 FLV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StreamingResponse 回給 VLC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>
            <a:off x="320040" y="658368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FLV Token Gateway POC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69848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2026-08-31</a:t>
            </a:r>
            <a:endParaRPr lang="en-US" sz="650" dirty="0"/>
          </a:p>
        </p:txBody>
      </p:sp>
      <p:sp>
        <p:nvSpPr>
          <p:cNvPr id="20" name="Rounded Rectangle 19"/>
          <p:cNvSpPr/>
          <p:nvPr/>
        </p:nvSpPr>
        <p:spPr>
          <a:xfrm>
            <a:off x="594360" y="3364992"/>
            <a:ext cx="10927080" cy="384048"/>
          </a:xfrm>
          <a:prstGeom prst="roundRect">
            <a:avLst/>
          </a:prstGeom>
          <a:solidFill>
            <a:srgbClr val="302409"/>
          </a:solidFill>
          <a:ln>
            <a:solidFill>
              <a:srgbClr val="F7A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8FF"/>
                </a:solidFill>
                <a:latin typeface="Microsoft YaHei"/>
              </a:rPr>
              <a:t>Token 生命週期：每次 POST 產生不同 token；多個 token 可在 TTL 內並存；新 token 不會 revoke 舊 token；過期後重新連線會 403。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Pytest 8 passed：測了哪些事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passed 不是只跑 smoke test，而是覆蓋 token 與 gateway 的主要安全行為。</a:t>
            </a:r>
            <a:endParaRPr lang="en-US" sz="950" dirty="0"/>
          </a:p>
        </p:txBody>
      </p:sp>
      <p:pic>
        <p:nvPicPr>
          <p:cNvPr id="4" name="Image 0" descr="/mnt/data/flv_assets/pytest_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7866"/>
            <a:ext cx="5166360" cy="19048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005840"/>
            <a:ext cx="5303520" cy="3566160"/>
          </a:xfrm>
          <a:prstGeom prst="roundRect">
            <a:avLst>
              <a:gd name="adj" fmla="val 1026"/>
            </a:avLst>
          </a:prstGeom>
          <a:solidFill>
            <a:srgbClr val="121A2E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6382512" y="115214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測試覆蓋項目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82512" y="1536192"/>
            <a:ext cx="4974336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token 在有效期內可驗證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到期時間點會被拒絕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token 綁定 path，換 path 會失敗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token 被竄改會失敗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沒帶 token 拉流回 401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有效 token 可以串流 upstream response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 token endpoint 回傳 stream_url 與 TTL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 若設定 API Key，token endpoint 需檢查 X-Token-API-Key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17233C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713232" y="403250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測試結論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4416552"/>
            <a:ext cx="48371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 source 與 GitHub main 同步；working tree clean；pytest 8/8 通過。warnings 為 FastAPI / Python deprecation warning，不影響 POC 功能驗證。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320040" y="658368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FLV Token Gateway POC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69848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2026-08-31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內網端到端驗證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OBS 推流到 SRS，VLC 使用 tokenized Gateway URL 成功播放。</a:t>
            </a:r>
            <a:endParaRPr lang="en-US" sz="950" dirty="0"/>
          </a:p>
        </p:txBody>
      </p:sp>
      <p:pic>
        <p:nvPicPr>
          <p:cNvPr id="4" name="Image 0" descr="/mnt/data/flv_assets/obs_stream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905" y="1097280"/>
            <a:ext cx="2175029" cy="1828800"/>
          </a:xfrm>
          <a:prstGeom prst="rect">
            <a:avLst/>
          </a:prstGeom>
        </p:spPr>
      </p:pic>
      <p:pic>
        <p:nvPicPr>
          <p:cNvPr id="5" name="Image 1" descr="/mnt/data/flv_assets/service_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135770"/>
            <a:ext cx="3246120" cy="1751821"/>
          </a:xfrm>
          <a:prstGeom prst="rect">
            <a:avLst/>
          </a:prstGeom>
        </p:spPr>
      </p:pic>
      <p:pic>
        <p:nvPicPr>
          <p:cNvPr id="6" name="Image 2" descr="/mnt/data/flv_assets/vlc_playback_reda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099079"/>
            <a:ext cx="3246120" cy="18252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94360" y="3337560"/>
            <a:ext cx="3246120" cy="1143000"/>
          </a:xfrm>
          <a:prstGeom prst="roundRect">
            <a:avLst>
              <a:gd name="adj" fmla="val 3200"/>
            </a:avLst>
          </a:prstGeom>
          <a:solidFill>
            <a:srgbClr val="121A2E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3"/>
          <p:cNvSpPr/>
          <p:nvPr/>
        </p:nvSpPr>
        <p:spPr>
          <a:xfrm>
            <a:off x="758952" y="348386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OBS upstream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758952" y="3867912"/>
            <a:ext cx="29169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rtmp://10.2.192.8/gishtest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Stream key: gish</a:t>
            </a:r>
            <a:endParaRPr lang="en-US" sz="850" dirty="0"/>
          </a:p>
        </p:txBody>
      </p:sp>
      <p:sp>
        <p:nvSpPr>
          <p:cNvPr id="10" name="Shape 5"/>
          <p:cNvSpPr/>
          <p:nvPr/>
        </p:nvSpPr>
        <p:spPr>
          <a:xfrm>
            <a:off x="4160520" y="3337560"/>
            <a:ext cx="3246120" cy="1143000"/>
          </a:xfrm>
          <a:prstGeom prst="roundRect">
            <a:avLst>
              <a:gd name="adj" fmla="val 3200"/>
            </a:avLst>
          </a:prstGeom>
          <a:solidFill>
            <a:srgbClr val="121A2E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6"/>
          <p:cNvSpPr/>
          <p:nvPr/>
        </p:nvSpPr>
        <p:spPr>
          <a:xfrm>
            <a:off x="4325112" y="348386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Gateway health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325112" y="3867912"/>
            <a:ext cx="29169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http://127.0.0.1:18088/health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200 OK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7726680" y="3337560"/>
            <a:ext cx="3246120" cy="1143000"/>
          </a:xfrm>
          <a:prstGeom prst="roundRect">
            <a:avLst>
              <a:gd name="adj" fmla="val 3200"/>
            </a:avLst>
          </a:prstGeom>
          <a:solidFill>
            <a:srgbClr val="121A2E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9"/>
          <p:cNvSpPr/>
          <p:nvPr/>
        </p:nvSpPr>
        <p:spPr>
          <a:xfrm>
            <a:off x="7891272" y="348386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VLC playback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891272" y="3867912"/>
            <a:ext cx="29169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http://127.0.0.1:18088/gishtest/gish.flv?token=...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畫面播放成功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594360" y="5074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驗證結果：Token Gateway 可在內網場景中作為短效鑑權 reverse proxy。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3"/>
          <p:cNvSpPr/>
          <p:nvPr/>
        </p:nvSpPr>
        <p:spPr>
          <a:xfrm>
            <a:off x="320040" y="658368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FLV Token Gateway POC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10698480" y="65836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2026-08-31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675</Words>
  <Application>Microsoft Office PowerPoint</Application>
  <PresentationFormat>寬螢幕</PresentationFormat>
  <Paragraphs>128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Microsoft JhengHei</vt:lpstr>
      <vt:lpstr>Microsoft YaHei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IG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FLV Token Gateway POC</dc:title>
  <dc:subject>FLV Token Gateway POC</dc:subject>
  <dc:creator>GISH</dc:creator>
  <cp:lastModifiedBy>ISH G</cp:lastModifiedBy>
  <cp:revision>9</cp:revision>
  <dcterms:created xsi:type="dcterms:W3CDTF">2026-08-31T05:07:53Z</dcterms:created>
  <dcterms:modified xsi:type="dcterms:W3CDTF">2026-08-31T06:59:21Z</dcterms:modified>
</cp:coreProperties>
</file>